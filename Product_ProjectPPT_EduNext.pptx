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EduNext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EA5E9"/>
                </a:solidFill>
                <a:latin typeface="Calibri"/>
              </a:rPr>
              <a:t>An Adaptive Learning Platform Using On-Device Attention and Emotion Sensing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CBD5E1"/>
                </a:solidFill>
              </a:rPr>
              <a:t>Sri Sivasubramaniya Nadar College of Engineering  ·  Academic Year 2026–2027</a:t>
            </a:r>
          </a:p>
          <a:p>
            <a:pPr algn="ctr"/>
            <a:r>
              <a:rPr sz="1500">
                <a:solidFill>
                  <a:srgbClr val="CBD5E1"/>
                </a:solidFill>
              </a:rPr>
              <a:t>Privacy-first  ·  Personalised  ·  Adaptive  —  all sensing on-device</a:t>
            </a:r>
          </a:p>
          <a:p>
            <a:pPr algn="ctr"/>
            <a:r>
              <a:rPr sz="1300">
                <a:solidFill>
                  <a:srgbClr val="CBD5E1"/>
                </a:solidFill>
              </a:rPr>
              <a:t>Live: edunext-learn.vercel.app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Introduction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Online learning lost a key feedback channel — it can't tell when a learner is engaged, confused, or tired.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EduNext estimates focus from webcam blink rate + facial emotion (and quick feedback) and adapts the lesson.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All sensing runs in the browser — no video ever leaves the device.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Objectives: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Build a personal blink baseline per learner (calibration)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Estimate live engagement by fusing blink, emotion &amp; feedback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Adapt lesson pace / replay / break / format in real time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Guarantee privacy (on-device) and ship a working app</a:t>
            </a:r>
          </a:p>
        </p:txBody>
      </p:sp>
      <p:pic>
        <p:nvPicPr>
          <p:cNvPr id="6" name="Picture 5" descr="shot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297680" cy="26742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5989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EduNext landing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Research Gap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Existing attention-aware tools fall into three gaps: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Privacy — they stream video / use the cloud (uncomfortable, esp. for minors)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Personalisation — fixed thresholds ignore that blink rate varies per person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Trust — attention is logged or used punitively, not to help the learner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Problem statement: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Estimate engagement in real time from on-device webcam signals, personalise it via a short calibration, and use it to adapt lessons helpfully and transparently — with no image leaving the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Blink &amp; attention: Nakano et al. (blink timing ↔ attention); Ranti et al. (blink rate ↔ cognitive load).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Emotion &amp; affect: Maffei &amp; Angrilli (blink ↔ emotional state); Ekman &amp; Friesen (facial expressions).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Engagement: Csikszentmihalyi — Flow theory (sustained engagement, adapting difficulty).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Tooling: MediaPipe FaceMesh (landmarks → Eye Aspect Ratio); face-api.js (in-browser expressions).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Patent/product scan: commercial tools stream video or need special hardware — no single privacy-first, personalised, non-punitive offering; only permissive open-source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Novelty /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Fully on-device sensing — only derived numbers stored; enforced by an automated privacy test.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Personalised blink baseline — attention zones rescaled to each learner (defaults as fallback).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Multi-signal fusion — blink (0.45) + emotion (0.35) + feedback (0.20), re-weighted &amp; smoothed.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Transparent, non-punitive adaptation — breaks / replay / pace / format, each with a plain reason.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Learning-style detection + honest 'estimates, not diagnoses' framing throughout.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Methodology — Architecture &amp; Sensing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Monorepo: shared formulas (one source of truth) · Express/SQLite backend · React frontend.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On-device pipeline (per frame):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MediaPipe FaceMesh → Eye Aspect Ratio → blink state machine → blinks/minute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face-api.js ~1 Hz → 7 expression classes; presence check; no pixels retained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Blink-rate warm-up: no BPM until 20 s of observed face time (avoids false early reads).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Calibration: text-free clips measure engaged vs. neutral blink rate → personalised zones.</a:t>
            </a:r>
          </a:p>
        </p:txBody>
      </p:sp>
      <p:pic>
        <p:nvPicPr>
          <p:cNvPr id="6" name="Picture 5" descr="contact-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297680" cy="16116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5989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The six on-device, text-free calibration clips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Methodology — Engagement &amp;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Every 5 s → an engagement score (0–100): weighted mean, re-normalised if a signal is missing, EMA-smoothed.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Weights: blink 0.45 · emotion 0.35 · feedback 0.20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Blink → 5 zones (hyperfocused → sleepy); emotion grouped (engaged/confused/bored…)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Adaptive curation — a deterministic, priority-ordered engine: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Break › replay › switch variant › slow down › speed up — with warm-up &amp; cooldown gates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Every suggestion is the learner's choice, shown with an honest reason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Product — Live Engagement &amp; Summary</a:t>
            </a:r>
          </a:p>
        </p:txBody>
      </p:sp>
      <p:pic>
        <p:nvPicPr>
          <p:cNvPr id="5" name="Picture 4" descr="sho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3413939"/>
          </a:xfrm>
          <a:prstGeom prst="rect">
            <a:avLst/>
          </a:prstGeom>
        </p:spPr>
      </p:pic>
      <p:pic>
        <p:nvPicPr>
          <p:cNvPr id="6" name="Picture 5" descr="walk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394960" cy="37933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Left: live engagement score ring reacting to the signal.   Right: post-lesson summary — engagement over time, attention zones &amp; emotions.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Market Value &amp; Unique Selling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Large, growing EdTech market with a persistent engagement problem and rising privacy scrutiny.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Segments: self-learners · schools/universities (no surveillance) · e-learning platforms (B2B) · corporate training.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Low marginal cost — on-device, webcam-only, no video storage. Models: freemium, per-seat, API/SDK.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USP: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Privacy-first by construction · Personalised, not averaged</a:t>
            </a:r>
          </a:p>
          <a:p>
            <a:pPr lvl="1">
              <a:spcAft>
                <a:spcPts val="500"/>
              </a:spcAft>
            </a:pPr>
            <a:r>
              <a:rPr sz="1500">
                <a:solidFill>
                  <a:srgbClr val="475569"/>
                </a:solidFill>
                <a:latin typeface="Calibri"/>
              </a:rPr>
              <a:t>–  Helpful, not punitive · No special hardware · Honest &amp; transparent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Complete, working prototype built &amp; publicly deployed (Vercel + Render).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Full flow works: register → calibrate → learn (live HUD) → adapt → summary → insights.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Validated: engagement estimate &amp; curation respond correctly to changing signals (scripted demo).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Personalisation produces individual blink zones (clear fallback when reads are too close).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Privacy enforced by an automated test — no image/video data in the upload.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Smooth production performance; tracker runs only where needed.</a:t>
            </a:r>
          </a:p>
        </p:txBody>
      </p:sp>
      <p:pic>
        <p:nvPicPr>
          <p:cNvPr id="6" name="Picture 5" descr="walk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63040"/>
            <a:ext cx="4297680" cy="30218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5989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Insights across sessions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Engagement is an estimate — blink rate is affected by lighting, screens, dry eyes, caffeine.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Calibration 'interest' clips are placeholders — only a rough proxy for genuine interest.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No formal user study yet — accuracy vs. ground truth and learning-outcome impact are future work.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E293B"/>
                </a:solidFill>
                <a:latin typeface="Calibri"/>
              </a:rPr>
              <a:t>•  Future: richer real content, accuracy validation, mobile support, teacher dashboards.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10896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CBD5E1"/>
                </a:solidFill>
              </a:rPr>
              <a:t>EduNext shows that attention-aware, adaptive learning can be private, personalised and helpful —</a:t>
            </a:r>
          </a:p>
          <a:p>
            <a:pPr algn="ctr"/>
            <a:r>
              <a:rPr sz="1900" b="0">
                <a:solidFill>
                  <a:srgbClr val="CBD5E1"/>
                </a:solidFill>
              </a:rPr>
              <a:t>using only a webcam, with no video ever leaving the browser.</a:t>
            </a:r>
          </a:p>
          <a:p>
            <a:pPr algn="ctr"/>
            <a:r>
              <a:rPr sz="1900" b="0">
                <a:solidFill>
                  <a:srgbClr val="CBD5E1"/>
                </a:solidFill>
              </a:rPr>
              <a:t/>
            </a:r>
          </a:p>
          <a:p>
            <a:pPr algn="ctr"/>
            <a:r>
              <a:rPr sz="1500" b="0">
                <a:solidFill>
                  <a:srgbClr val="0EA5E9"/>
                </a:solidFill>
              </a:rPr>
              <a:t>Live: edunext-learn.vercel.app</a:t>
            </a:r>
          </a:p>
          <a:p>
            <a:pPr algn="ctr"/>
            <a:r>
              <a:rPr sz="2200" b="1">
                <a:solidFill>
                  <a:srgbClr val="0EA5E9"/>
                </a:solidFill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